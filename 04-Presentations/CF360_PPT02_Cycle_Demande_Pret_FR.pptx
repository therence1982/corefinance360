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02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de Vie de la Demande de Prêt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Étapes Opportunité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Chargé de Relation → Système (Automatique)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Nigéria 🇳🇬  ·  💱  NGN — Naira Nigérian  ·  🏦  Obi Agricultural Cooperative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Prêt : Prêt Agriculture  ·  Montant : 18 000$  ·  Approbation : Niveau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8 Étapes du Crédit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Langage bancaire réel — pas des étapes CRM génériques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051560"/>
            <a:ext cx="10058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2880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89304" y="1051560"/>
            <a:ext cx="10058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9304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Révision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89304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95728" y="1051560"/>
            <a:ext cx="10058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95728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02152" y="1051560"/>
            <a:ext cx="10058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Soumis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02152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08576" y="1051560"/>
            <a:ext cx="10058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Évaluation Crédit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08576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15000" y="1051560"/>
            <a:ext cx="1005840" cy="4572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Approuvé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15000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21424" y="1051560"/>
            <a:ext cx="1005840" cy="4572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Refusé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21424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27848" y="1051560"/>
            <a:ext cx="100584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27848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927848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" y="1691640"/>
            <a:ext cx="41605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1691640"/>
            <a:ext cx="64008" cy="2468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  Règles de Porte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2121408"/>
            <a:ext cx="393192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Impossible d'atteindre Soumis sans Montant de Demande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Impossible d'atteindre Approuvé si KYC ≠ Vérifié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Approuvé → Dossier de Financement auto-créé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Refusé ou Retiré → aucun Dossier jamais créé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26280" y="1691640"/>
            <a:ext cx="43891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26280" y="1691640"/>
            <a:ext cx="64008" cy="24688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7830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Automatique à l'Approbation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2121408"/>
            <a:ext cx="416052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flux CF360 Créer Dossier depuis Opportunité Approuvée V1 crée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Dossier lié au Compte + Opportunité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Montant Total = Montant Demande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Étape = Brouillon, Statut = Actif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Devise héritée de l'Opportunité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par Étape : Cycle de Vie Demande de Prêt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Nigéria (NGN) — Obi Agricultural Cooperative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Compte → cliquer Nouvelle Demande de Prêt (Action Rapide)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Formulaire Opportunité s'ouvre. Compte pré-rempli. Devise = NGN réglée automatiquement.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Saisir Nom, Montant = 18 000, Étape = Prospection → Enregistrer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Sauvegardé à Prospection. Devise = NGN confirmée.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Essayer Étape = Soumis sans Montant → Enregistrer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BLOQUÉ : Montant de Demande requis avant cette étape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Saisir Montant = 18 000. Avancer toutes les étapes jusqu'à Évaluation Crédit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Chaque étape avance avec succès dans le pipeline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Essayer Étape = Approuvé avec KYC ≠ Vérifié → Enregistrer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BLOQUÉ : Impossible d'être Approuvé tant que KYC n'est pas Vérifié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KYC = Vérifié. Étape = Approuvé → Enregistrer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DOSSIER DE FINANCEMENT AUTO-CRÉÉ : Montant=18 000, Devise=NGN, Étape=Brouillon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Devise : Compte → Opportunité → Dossier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 circule automatiquement — zéro sélection manuelle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097280"/>
            <a:ext cx="15544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0972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(Marché Principal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Nigéria)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2103120"/>
            <a:ext cx="155448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1417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20240" y="1097280"/>
            <a:ext cx="15544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10972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Opportunité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(Créée depuis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Compte)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20240" y="2103120"/>
            <a:ext cx="155448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1417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0" y="1097280"/>
            <a:ext cx="15544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10972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(Créé à l'Approbation)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0" y="2103120"/>
            <a:ext cx="155448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1417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394960" y="1097280"/>
            <a:ext cx="15544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0972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Facilité 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(Créée par CC)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94960" y="2103120"/>
            <a:ext cx="155448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1417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132320" y="1097280"/>
            <a:ext cx="15544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10972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Collatéral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(Créé par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32320" y="2103120"/>
            <a:ext cx="155448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28600" y="2606040"/>
            <a:ext cx="8686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2606040"/>
            <a:ext cx="64008" cy="1554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697480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c'est important pour les emprunteurs nigérians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3035808"/>
            <a:ext cx="84582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 = Naira Nigérian à 1 370 par USD. Une mauvaise sélection de devise ferait apparaître les montants 1 370 fois trop petits dans les rapports de portefeuille. La cascade devise en 5 flux élimine cette erreur — le système utilise toujours la devise correcte selon le pays de l'emprunteur.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de Vie de la Demande de Prêt &amp; Étapes Opportunité — Terminé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étapes spécifiques au crédit — pas de langage CRM générique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de porte appliquent Montant et KYC avant approbation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de Financement auto-créé quand Opportunité = Approuvé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devise : NGN circule automatiquement dans les 5 objets liés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Construit par Therence Ngoa  ·  Mai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CF360-PPT02-Cycle-Demande-Pret-FR</dc:title>
  <dc:subject>PptxGenJS Presentation</dc:subject>
  <dc:creator>PptxGenJS</dc:creator>
  <cp:lastModifiedBy>PptxGenJS</cp:lastModifiedBy>
  <cp:revision>1</cp:revision>
  <dcterms:created xsi:type="dcterms:W3CDTF">2026-05-28T20:07:08Z</dcterms:created>
  <dcterms:modified xsi:type="dcterms:W3CDTF">2026-05-28T20:07:08Z</dcterms:modified>
</cp:coreProperties>
</file>