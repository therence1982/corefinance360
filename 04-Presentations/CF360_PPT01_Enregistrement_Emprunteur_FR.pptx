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01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Emprunteur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Création du Compte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Chargé de Relation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Sénégal 🇸🇳  ·  💱  XOF — CFA Franc BCEAO  ·  🏦  Aminata Diallo — Vendeuse de Marché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N/A  ·  Montant : N/A  ·  Approbation : N/A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Rôle du Chargé de Relation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point de contact — collecte toutes les informations emprunteur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Qui est le Chargé de Relation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banquier qui rencontre l'emprunteur en face à face. Il collecte toutes les informations d'identité, professionnelles et de scoring de crédit. Il est propriétaire du Compte depuis sa création.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Ce qu'il fait dans ce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 Compte emprunteur avec tous les champs requis. Observer le système régler automatiquement la devise correcte. Collecter les données de scoring alternatif.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697480"/>
            <a:ext cx="8686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697480"/>
            <a:ext cx="64008" cy="1417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Contexte Pays : Sénégal — Marché XOF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84582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Sénégal est un marché BCEAO. Devise = XOF — CFA Franc BCEAO. Beaucoup d'emprunteurs sont des vendeurs informels et commerçants de marché sans compte bancaire formel. Le scoring alternatif est critique dans ce marché.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Création du Compte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Chargé de Relation exécute chaque étape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Naviguer vers l'onglet Comptes → cliquer Nouveau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Formulaire Nouveau Compte s'ouvre avec la section Identité Emprunteur visible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: Nom, Type Client = Individuel, Secteur = Commerce &amp; Affaires, Marché Principal = Sénégal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Tous les champs se remplissent avec les valeurs correctes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Enregistrer — observer le champ Devise du Compte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Devise réglée automatiquement sur XOF — CFA Franc BCEAO. Aucune sélection manuelle 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→ Scoring Alternatif : Secteur Informel ✅, Mobile Money = Élevé, Factures = Bon, Association 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Niveau de Risque Suggéré affiche : Suggéré : RISQUE FAIBLE-MOYEN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KYC = Vérifié sans Numéro Fiscal → Enregistrer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— erreur bilingue : impossible de vérifier KYC sans Numéro Fiscal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Numéro Fiscal : SN-2026-AMD-0012 → KYC = Vérifié → Enregistrer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Compte sauvegardé. KYC = Vérifié. Compte éligible à l'approbation.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le Système Fait Automatiquement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sélection manuelle — flux et formules gèrent tout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291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Flux Cascade Devise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5146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Marché Principal = Sénégal est sauvegardé, le flux CF360 Régler Devise Compte depuis Marché Principal V1 se déclenche et règle la devise = XOF immédiatement. Le banquier ne touche jamais le champ devise.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51560"/>
            <a:ext cx="64008" cy="3291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43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 Formule Niveau de Risque Suggéré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481328"/>
            <a:ext cx="25146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4 entrées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Activité Mobile Money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Historique Paiements Factures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Membre Association Marché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Secteur Informel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Retourne une suggestion pour le Chargé de Crédit avant qu'il fixe le Niveau de Risque.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83464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51560"/>
            <a:ext cx="64008" cy="3291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Règle de 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481328"/>
            <a:ext cx="26060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Require_Tax_ID_When_KYC_Status_is_Verified bloque KYC = Vérifié si le Numéro Fiscal est vide.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 la conformité LBC/FT BCEAO/CEMAC — aucun emprunteur vérifié sans identifiant officiel au dossier.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Emprunteur &amp; Création du Compte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créé avec devise XOF réglée automatiquement par flux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Niveau de Risque Suggéré active pour emprunteur informel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de validation KYC appliquée — Numéro Fiscal requis avant vérification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page compacte affiche uniquement les champs bancaires pertinents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CF360-PPT01-Enregistrement-Emprunteur-FR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