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91B1B">
              <a:alpha val="12000"/>
            </a:srgbClr>
          </a:solidFill>
          <a:ln w="12700">
            <a:solidFill>
              <a:srgbClr val="991B1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Limit Exception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Credit Exception Process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Credit Officer → System Administrator (Therence Ngoa)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Rwanda 🇷🇼  ·  💱  RWF — Rwandan Franc  ·  🏦  Kigali Digital Commerce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Working Capital  ·  Amount: Exceeds $100K limit  ·  Approval: Exception 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Exposure Limit Reached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needs more credit than their approved limit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The Situation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Kigali Digital Commerce Ltd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Rwanda · RWF · Limit: $100,000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active loan: $80,000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request: $30,000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would be: $110,000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EXCEEDS limit by $10,000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Validation rule BLOCKS save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Bilingual error message shown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Credit Officer must raise an exception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Solution: Credit Exception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exception requires: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Written business justification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Formal approval (System Administrator)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Permanent Audit Log entry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Exception Approved flag auto-checked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FP saves successfully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Audit trail records everything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Exception Process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+ System Administrator — Rwanda (RWF)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FP: Total Amount = 30,000 → Save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 — Bilingual error: "This package exceeds the account's maximum exposure limit. / Ce montant dépasse la limite..."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Exceptions → New: Type = Exposure Limit 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"New RWF 45M Rwanda Development Board contract confirmed."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Exception created with Status = Draft. No approval yet.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Submit for Approval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Routes to System Administrator — Therence Ngoa. Only approver for exceptions.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 reviews exception and written justification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Approval request visible. Written reason readable.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 clicks Approve with comment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Exception approved. Exposure_Exception_Approved auto-checked on the linked FP.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FP: verify Exception Approved = ✅ → Save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FP saves. Audit Log records complete exception workflow permanently.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Exceptions Are Never Silent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mandatory steps ensure every override is documented and approved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2651760" cy="329184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2918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Step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Request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2423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cannot just check a box. They must create an Exception record with a full written justification. No justification = no exception.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1051560"/>
            <a:ext cx="2651760" cy="329184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051560"/>
            <a:ext cx="64008" cy="32918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Step 2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Approval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1481328"/>
            <a:ext cx="242316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routes through the approval process — System Administrator reviews and must approve. No self-approval possible. Written approval comment required.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97880" y="1051560"/>
            <a:ext cx="2834640" cy="3291840"/>
          </a:xfrm>
          <a:prstGeom prst="rect">
            <a:avLst/>
          </a:prstGeom>
          <a:solidFill>
            <a:srgbClr val="EBF2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97880" y="1051560"/>
            <a:ext cx="64008" cy="3291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14300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Step 3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Record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481328"/>
            <a:ext cx="2606040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records: who requested, who approved, when, and the full justification. BCEAO/CEMAC regulators can inspect this at any time. Immutable.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Limit Exception &amp; Credit Exception Process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991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 validation rule shows bilingual error on block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requires written justification — no silent overrides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approval process — System Admin must 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Approved flag auto-set by approval action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permanently records the complete exception workflow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CF360-PPT07-Exposure-Exception-EN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