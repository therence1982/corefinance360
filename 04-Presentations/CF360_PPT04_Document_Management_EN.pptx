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B2D8E">
              <a:alpha val="12000"/>
            </a:srgbClr>
          </a:solidFill>
          <a:ln w="12700">
            <a:solidFill>
              <a:srgbClr val="5B2D8E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Test 04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Management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Compliance Gate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1645920" cy="54864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828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Compliance Officer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224028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Ghana 🇬🇭  ·  💱  GHS — Ghanaian Cedi  ·  🏦  Asante Cocoa Traders Ltd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6060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Type: Trade Finance  ·  Amount: $75,000  ·  Approval: Level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Compliance Officer's Role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Verifying documents — a mandatory gate in the lending process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41605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51560"/>
            <a:ext cx="64008" cy="338328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Compliance Officer Responsibilities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481328"/>
            <a:ext cx="39319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Compliance Officer is the document guardian: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Review all uploaded documents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Verify authenticity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Set Status = Approved or Rejected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Raise Credit Exceptions for waivers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Doc Checklist Gate means NO deal advances without their sign-off on all Required documents.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26280" y="1051560"/>
            <a:ext cx="43891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1051560"/>
            <a:ext cx="64008" cy="338328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430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Ghana · GHS · $75,000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Asante Cocoa Traders Ltd — Trade Finance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481328"/>
            <a:ext cx="41605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documents for Trade Finance: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Identification (Required ✅)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Financial Statement (Required ✅)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Trade License (Required ✅)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must reach Approved status before the Financing Package can advance to Approved stage.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Step-by-Step: Document Management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Officer — Ghana (GHS)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8778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3 Loan Documents: Doc Type filtered by Trade Finance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Required = ✅, Status = Received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Documents created. Doc Type field dependency active.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14996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to advance FP to Approved with docs at Received → Save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BLOCKED: Required documents must be Approved before this package can advance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2121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Document #1 → Status = Under Review → Save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Audit Log auto-created: Event = Doc Status Change, Old = Received, New = Under Review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27432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Document #1 Status = Approved. Repeat for #2 and #3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All 3 docs = Approved. Doc Checklist Gate condition cleared.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33649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to FP → advance to Approved → Save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Stage advances. Validation rules check Approval Date and Expiry Date.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" y="39867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Approval Date + Expiry Date. Verify 2 post-approval tasks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Tasks: Prepare Loan Offer Letter (3d), Complete Documentation (7d)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 — Every Change Recorded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Audit Log captures every document status change permanently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97280"/>
            <a:ext cx="2103120" cy="65836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09728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Created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188720"/>
            <a:ext cx="1280160" cy="47548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18872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Was: —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86200" y="1188720"/>
            <a:ext cx="1371600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118872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Now: Received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94960" y="118872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 Manager uploads to portal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1965960"/>
            <a:ext cx="2103120" cy="65836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196596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Opens File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68880" y="2057400"/>
            <a:ext cx="1280160" cy="47548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205740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Was: Received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86200" y="2057400"/>
            <a:ext cx="1371600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86200" y="205740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Now: Under Review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94960" y="205740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Officer begins verification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2834640"/>
            <a:ext cx="2103120" cy="65836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283464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Approves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68880" y="2926080"/>
            <a:ext cx="1280160" cy="47548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292608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Was: Under Review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86200" y="2926080"/>
            <a:ext cx="1371600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86200" y="292608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Now: Approved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94960" y="292608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verified and approved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3730752"/>
            <a:ext cx="8686800" cy="566928"/>
          </a:xfrm>
          <a:prstGeom prst="rect">
            <a:avLst/>
          </a:prstGeom>
          <a:solidFill>
            <a:srgbClr val="F3EEF8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3730752"/>
            <a:ext cx="64008" cy="56692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822192"/>
            <a:ext cx="8458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Audit Log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4160520"/>
            <a:ext cx="8458200" cy="36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status change permanently recorded — who changed it, old value, new value, timestamp. BCEAO/CEMAC regulators can inspect the complete document history at any time.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Management &amp; Compliance Gate — Complete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1143000"/>
            <a:ext cx="2743200" cy="0"/>
          </a:xfrm>
          <a:prstGeom prst="line">
            <a:avLst/>
          </a:prstGeom>
          <a:noFill/>
          <a:ln w="25400">
            <a:solidFill>
              <a:srgbClr val="5B2D8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 Type field dependency — only relevant docs shown per loan type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920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 Checklist Gate blocks FP advancement until all Required docs are Approved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514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 records every document status change permanently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108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Officer is the mandatory gate — no workaround possible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Built by Therence Ngoa  ·  May 2026  ·  BCEAO/CEMAC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CF360-PPT04-Document-Management-EN</dc:title>
  <dc:subject>PptxGenJS Presentation</dc:subject>
  <dc:creator>PptxGenJS</dc:creator>
  <cp:lastModifiedBy>PptxGenJS</cp:lastModifiedBy>
  <cp:revision>1</cp:revision>
  <dcterms:created xsi:type="dcterms:W3CDTF">2026-05-28T20:01:49Z</dcterms:created>
  <dcterms:modified xsi:type="dcterms:W3CDTF">2026-05-28T20:01:49Z</dcterms:modified>
</cp:coreProperties>
</file>