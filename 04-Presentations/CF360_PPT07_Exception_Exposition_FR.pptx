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1B1B">
              <a:alpha val="12000"/>
            </a:srgbClr>
          </a:solidFill>
          <a:ln w="12700">
            <a:solidFill>
              <a:srgbClr val="991B1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Limite d'Exposition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Processus d'Exception de Crédit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Crédit → Administrateur Système (Therence)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Rwanda 🇷🇼  ·  💱  RWF — Franc Rwandais  ·  🏦  Kigali Digital Commerce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Fonds de Roulement  ·  Montant : Dépasse limite 100K$  ·  Approbation : Exception Requise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: Limite d'Exposition Atteinte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L'emprunteur a besoin de plus de crédit que sa limite approuvée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La Situation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Kigali Digital Commerce Ltd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 · RWF · Limite : 100 000$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Prêt actif existant : 80 000$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 demande : 30 000$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serait : 110 000$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DÉPASSE la limite de 10 000$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Règle de validation BLOQUE la sauvegarde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Message d'erreur bilingue affiché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CC doit soumettre une exception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La Solution : Exception de Crédit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exception nécessite 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Justification écrite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Approbation formelle (Admin. Système)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Entrée permanente Journal d'Audit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approuvé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Drapeau Exception Approuvée auto-coché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Dossier sauvegardé avec succès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Piste d'audit enregistre tout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Processus d'Exception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Crédit + Administrateur Système — Rwanda (RWF)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Dossier : Montant Total = 30 000 → Enregistrer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— Erreur bilingue : "Ce montant dépasse la limite d'exposition maximale du compte."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de Crédit → Nouveau : Type = Dépassement Limite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 : "Nouveau contrat RDB de 45M RWF confirmé. Fonds de roulement requis."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Exception créée avec Statut = Brouillon.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Cliquer Soumettre pour Approbation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Route vers l'Administrateur Système — Therence Ngoa. Seul approbateur.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Système examine l'exception et la justification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Demande d'approbation visible. Justification lisible.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 Système clique Approuver avec commentaire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Exception approuvée. Exposure_Exception_Approved auto-coché sur le Dossier lié.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Retourner au Dossier : Exception Approuvée = ✅ → Enregistrer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Dossier sauvegardé. Journal d'Audit enregistre le workflow complet définitivement.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les Exceptions ne Sont Jamais Silencieuses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étapes obligatoires garantissent que chaque dérogation est documentée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Étape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 Formelle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23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CC ne peut pas juste cocher une case. Il doit créer un enregistrement Exception avec une justification écrite complète. Pas de justification = pas d'exception.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051560"/>
            <a:ext cx="265176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051560"/>
            <a:ext cx="64008" cy="3291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Étape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Approbation Formelle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2423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L'exception route à travers le processus d'approbation — l'Administrateur Système examine et doit approuver. Aucune auto-approbation possible. Commentaire d'approbation requis.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834640" cy="3291840"/>
          </a:xfrm>
          <a:prstGeom prst="rect">
            <a:avLst/>
          </a:prstGeom>
          <a:solidFill>
            <a:srgbClr val="EB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Étape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Enregistrement Permanent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481328"/>
            <a:ext cx="26060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Journal d'Audit enregistre : qui a demandé, qui a approuvé, quand, et la justification complète. Les régulateurs BCEAO/CEMAC peuvent inspecter à tout moment. Immuable.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Limite d'Exposition &amp; Processus d'Exception de Crédit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991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validation affiche erreur bilingue lors du blocage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nécessite justification écrite — aucune dérogation silencieuse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approbation formel — l'Admin. Système doit approuver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Drapeau Exception Approuvée auto-coché par l'action d'approbation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 enregistre définitivement le workflow complet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CF360-PPT07-Exception-Exposition-FR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