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B2D8E">
              <a:alpha val="12000"/>
            </a:srgbClr>
          </a:solidFill>
          <a:ln w="12700">
            <a:solidFill>
              <a:srgbClr val="5B2D8E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D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Test 04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Documents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Porte de Conformité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1645920" cy="54864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28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Officier de Conformité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Ghana 🇬🇭  ·  💱  GHS — Cedi Ghanéen  ·  🏦  Asante Cocoa Traders Ltd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de Prêt : Financement Commerce  ·  Montant : 75 000$  ·  Approbation : Niveau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Rôle de l'Officier de Conformité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 des documents — une porte obligatoire dans le processus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41605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51560"/>
            <a:ext cx="64008" cy="338328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Responsabilités de l'Officier de Conformité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39319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L'Officier de Conformité est le gardien des documents 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Examiner tous les documents soumis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Vérifier l'authenticité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Définir Statut = Approuvé ou Refusé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Soumettre des Exceptions pour dérogations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Porte Documents signifie qu'AUCUN deal n'avance sans sa validation sur tous les documents Obligatoires.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26280" y="1051560"/>
            <a:ext cx="43891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1051560"/>
            <a:ext cx="64008" cy="338328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430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Ghana · GHS · 75 000$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Asante Cocoa Traders Ltd — Financement Commerce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481328"/>
            <a:ext cx="41605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requis pour Financement Commerce 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Identification (Obligatoire ✅)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Relevé Financier (Obligatoire ✅)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Licence Commerciale (Obligatoire ✅)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doivent atteindre le statut Approuvé avant que le Dossier puisse avancer à l'étape Approuvé.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Étape par Étape : Gestion des Documents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Officier de Conformité — Ghana (GHS)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877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3 Documents de Prêt : Type filtré par Financement Commerce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Obligatoires = ✅, Statut = Reçu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Documents créés. Dépendance de champ Type de Document active.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14996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Essayer d'avancer le Dossier à Approuvé avec docs à Reçu → Enregistrer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BLOQUÉ : Les documents Obligatoires doivent être Approuvés avant que ce Dossier puisse avancer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2121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Ouvrir Document #1 → Statut = En Révision → Enregistrer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Journal d'Audit auto-créé : Événement = Changement Statut Doc, Ancien = Reçu, Nouveau = En Révision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27432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Définir Document #1 Statut = Approuvé. Répéter pour #2 et #3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Les 3 docs = Approuvés. Condition Porte Documents levée.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33649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Retourner au Dossier → avancer à Approuvé → Enregistrer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Étape avance. Règles de validation vérifient Date d'Approbation et Date d'Expiration.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3986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Saisir Date Approbation + Date Expiration. Vérifier 2 tâches post-approbation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Tâches : Préparer Lettre d'Offre (3j), Compléter Documentation (7j)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Piste d'Audit — Chaque Changement Enregistré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Journal d'Audit capture chaque changement de statut de document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97280"/>
            <a:ext cx="2103120" cy="65836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09728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Créé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68880" y="1188720"/>
            <a:ext cx="1280160" cy="47548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18872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Était : —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86200" y="1188720"/>
            <a:ext cx="137160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118872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Maintenant : Reçu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394960" y="118872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Chargé de Relation télécharge le document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28600" y="1965960"/>
            <a:ext cx="2103120" cy="65836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96596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 Ouvre le Fichier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68880" y="2057400"/>
            <a:ext cx="1280160" cy="47548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68880" y="205740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Était : Reçu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86200" y="2057400"/>
            <a:ext cx="137160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86200" y="205740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Maintenant : En Révision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94960" y="205740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L'Officier de Conformité commence la vérification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2834640"/>
            <a:ext cx="2103120" cy="65836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2834640"/>
            <a:ext cx="2103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Conformité Approuve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68880" y="2926080"/>
            <a:ext cx="1280160" cy="47548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2926080"/>
            <a:ext cx="1280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Était : En Révision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886200" y="2926080"/>
            <a:ext cx="1371600" cy="475488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86200" y="2926080"/>
            <a:ext cx="1371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Maintenant : Approuvé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394960" y="292608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vérifié et approuvé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3730752"/>
            <a:ext cx="8686800" cy="566928"/>
          </a:xfrm>
          <a:prstGeom prst="rect">
            <a:avLst/>
          </a:prstGeom>
          <a:solidFill>
            <a:srgbClr val="F3EEF8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3730752"/>
            <a:ext cx="64008" cy="566928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822192"/>
            <a:ext cx="8458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d'Audit Immuable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4160520"/>
            <a:ext cx="8458200" cy="36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changement de statut enregistré définitivement — qui a changé, ancienne valeur, nouvelle valeur, horodatage. Les régulateurs BCEAO/CEMAC peuvent inspecter l'historique complet des documents à tout moment.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Documents &amp; Porte de Conformité — Terminé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1143000"/>
            <a:ext cx="2743200" cy="0"/>
          </a:xfrm>
          <a:prstGeom prst="line">
            <a:avLst/>
          </a:prstGeom>
          <a:noFill/>
          <a:ln w="25400">
            <a:solidFill>
              <a:srgbClr val="5B2D8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Dépendance Type de Document — seuls les docs pertinents affichés par type de prêt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Porte Documents bloque l'avancement jusqu'à ce que tous les docs Obligatoires soient Approuvés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 d'Audit enregistre chaque changement de statut définitivement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L'Officier de Conformité est la porte obligatoire — aucun contournement possible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Construit par Therence Ngoa  ·  Mai 2026  ·  BCEAO/CEMAC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CF360-PPT04-Gestion-Documents-FR</dc:title>
  <dc:subject>PptxGenJS Presentation</dc:subject>
  <dc:creator>PptxGenJS</dc:creator>
  <cp:lastModifiedBy>PptxGenJS</cp:lastModifiedBy>
  <cp:revision>1</cp:revision>
  <dcterms:created xsi:type="dcterms:W3CDTF">2026-05-28T20:07:08Z</dcterms:created>
  <dcterms:modified xsi:type="dcterms:W3CDTF">2026-05-28T20:07:08Z</dcterms:modified>
</cp:coreProperties>
</file>