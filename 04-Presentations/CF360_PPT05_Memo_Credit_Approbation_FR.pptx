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532D">
              <a:alpha val="12000"/>
            </a:srgbClr>
          </a:solidFill>
          <a:ln w="12700">
            <a:solidFill>
              <a:srgbClr val="14532D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828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CF360  ·  Test 05 / 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594360"/>
            <a:ext cx="8503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Mémo de Crédit &amp; Approbation Niveau 1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20040" y="1691640"/>
            <a:ext cx="1645920" cy="54864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82880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 Chargé de Crédit → Chargée de Crédit Sénior (Ngozi)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224028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  Côte d'Ivoire 🇨🇮  ·  💱  XOF — CFA Franc BCEAO  ·  🏦  Kouyaté Agro Processing SARL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260604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de Prêt : Fonds de Roulement  ·  Montant : 45 000$  ·  Approbation : Niveau 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70F1E"/>
          </a:solidFill>
          <a:ln w="12700">
            <a:solidFill>
              <a:srgbClr val="070F1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CoreFinance360  ·  CF360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0" y="4709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Deux Rôles — Un Transfert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53035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Chargé de Crédit rédige · Chargée de Crédit Sénior approuve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70F1E"/>
          </a:solidFill>
          <a:ln w="12700">
            <a:solidFill>
              <a:srgbClr val="070F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CoreFinance360  ·  CF360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709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1051560"/>
            <a:ext cx="416052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1051560"/>
            <a:ext cx="64008" cy="338328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1430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 Chargé de Crédit (Wanjiru Kamau)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1481328"/>
            <a:ext cx="3931920" cy="2852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Rédige le Mémo de Crédit — analyse formelle :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Résumé Emprunteur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Résumé Demande de Crédit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Résumé des Risques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Résumé des Garanties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Résumé des Covenants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Résumé des Documents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Justification Finale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Définit Recommandation = Approuver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Soumet → mémo se VERROUILLE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26280" y="1051560"/>
            <a:ext cx="438912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26280" y="1051560"/>
            <a:ext cx="64008" cy="338328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14300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Chargée de Crédit Sénior (Ngozi)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63440" y="1481328"/>
            <a:ext cx="4160520" cy="2852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Examine le Mémo verrouillé — lecture seule.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deals ≤ 500 000$, Comité = Faux 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Route au Niveau 1 — Ngozi Adeyemi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Approuve → Mémo confirmé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Puis Dossier soumis pour approbation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Route aussi au Niveau 1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deal : 45 000$ → Routage Niveau 1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Étape par Étape : Mémo de Crédit &amp; Approbation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53035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Chargé de Crédit + Chargée de Crédit Sénior — Côte d'Ivoire (XOF)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70F1E"/>
          </a:solidFill>
          <a:ln w="12700">
            <a:solidFill>
              <a:srgbClr val="070F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CoreFinance360  ·  CF360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709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68680"/>
            <a:ext cx="384048" cy="347472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86868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87782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Essayer d'avancer Dossier à Révision Crédit sans Mémo → Enregistrer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251960" y="905256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51960" y="90525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BLOQUÉ : Un Mémo de Crédit doit être créé et lié en premier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28600" y="1490472"/>
            <a:ext cx="384048" cy="347472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149047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149961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Créer Mémo de Crédit — remplir 7 sections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Recommandation = Approuver, Statut = Soumis → Soumettre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51960" y="1527048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51960" y="152704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Mémo se VERROUILLE. Email envoyé à Ngozi Adeyemi (Niveau 1).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28600" y="2112264"/>
            <a:ext cx="384048" cy="347472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211226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5800" y="212140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Avancer Étape Dossier à Révision Crédit → Enregistrer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251960" y="2148840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51960" y="21488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2 tâches auto-créées : Révision Crédit (3j), Évaluation Risques (5j). Alerte envoyée.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28600" y="2734056"/>
            <a:ext cx="384048" cy="347472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273405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5800" y="274320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Ngozi Adeyemi ouvre la Demande d'Approbation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Examine le Mémo verrouillé — lecture seule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251960" y="2770632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51960" y="277063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Les 7 sections visibles. Impossible de modifier.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28600" y="3355848"/>
            <a:ext cx="384048" cy="347472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8600" y="335584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5800" y="336499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Ngozi clique Approuver avec commentaire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251960" y="3392424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51960" y="339242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Mémo approuvé. Processus d'approbation du Dossier maintenant disponible.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28600" y="3977640"/>
            <a:ext cx="384048" cy="347472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8600" y="397764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85800" y="398678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Soumettre Dossier pour approbation — vérifier routage pour 45 000$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251960" y="4014216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51960" y="401421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Route au Niveau 1 — Ngozi (Montant ≤ 500K$, Comité = Faux). Correct.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Logique de Routage d'Approbation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53035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système route automatiquement vers le niveau correct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70F1E"/>
          </a:solidFill>
          <a:ln w="12700">
            <a:solidFill>
              <a:srgbClr val="070F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CoreFinance360  ·  CF360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709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051560"/>
            <a:ext cx="2651760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05156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 500 000$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Comité = Faux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193852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65760" y="2331720"/>
            <a:ext cx="2651760" cy="109728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33172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Niveau 1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Ngozi Adeyemi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Chargée de Crédit Sénior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46120" y="1051560"/>
            <a:ext cx="2651760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105156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500K$ – 2M$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Comité = Faux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46120" y="193852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246120" y="2331720"/>
            <a:ext cx="2651760" cy="109728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233172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Niveau 2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Kwame Asante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Directeur des Risques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26480" y="1051560"/>
            <a:ext cx="2651760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105156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2M$ ou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Comité = Vrai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26480" y="193852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126480" y="2331720"/>
            <a:ext cx="2651760" cy="10972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0" y="233172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Niveau 3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Fatima Diallo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Directrice Financière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28600" y="3611880"/>
            <a:ext cx="86868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28600" y="3611880"/>
            <a:ext cx="64008" cy="658368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703320"/>
            <a:ext cx="8458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test : 45 000$ → Niveau 1 (Ngozi Adeyemi)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4041648"/>
            <a:ext cx="8458200" cy="128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Montant sous 500K$ + Indicateur Comité = Faux. Le système route directement au Niveau 1. Aucune décision manuelle de routage — le processus d'approbation gère automatiquement.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Mémo de Crédit &amp; Approbation Niveau 1 — Terminé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1143000"/>
            <a:ext cx="2743200" cy="0"/>
          </a:xfrm>
          <a:prstGeom prst="line">
            <a:avLst/>
          </a:prstGeom>
          <a:noFill/>
          <a:ln w="25400">
            <a:solidFill>
              <a:srgbClr val="1453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320040" cy="32004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25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3258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Porte d'étape appliquée — Révision Crédit bloquée sans Mémo de Crédit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320040" cy="32004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20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19202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Mémo se verrouille à la soumission — aucune modification après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320040" cy="32004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514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25146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Routage approbation automatique selon taille du deal et indicateur comité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320040" cy="32004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108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31089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tâches de révision crédit auto-créées avec dates d'échéance correctes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432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CF360  ·  Construit par Therence Ngoa  ·  Mai 2026  ·  BCEAO/CEMAC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CF360-PPT05-Memo-Credit-Approbation-FR</dc:title>
  <dc:subject>PptxGenJS Presentation</dc:subject>
  <dc:creator>PptxGenJS</dc:creator>
  <cp:lastModifiedBy>PptxGenJS</cp:lastModifiedBy>
  <cp:revision>1</cp:revision>
  <dcterms:created xsi:type="dcterms:W3CDTF">2026-05-28T20:07:08Z</dcterms:created>
  <dcterms:modified xsi:type="dcterms:W3CDTF">2026-05-28T20:07:08Z</dcterms:modified>
</cp:coreProperties>
</file>