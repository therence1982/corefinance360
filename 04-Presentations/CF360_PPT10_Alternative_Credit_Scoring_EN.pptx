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10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Credit Scoring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Sector Borrower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Relationship Manager → Credit Officer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Mali 🇲🇱  ·  💱  XOF — CFA Franc BCEAO  ·  🏦  Fatoumata Konaré — Market Association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Microfinance Loan  ·  Amount: $12,000  ·  Approval: Level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African Lending Reality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borrowers have no formal bank account or credit history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The Challenge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Fatoumata Konaré — Market vendor, Bamako, Mali.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has: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bank account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formal financial statements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traditional credit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credit history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banking systems reject her.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uses alternative data to assess her creditworthiness.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Alternative Credit Inputs — 4 Indicators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collects 4 alternative data points: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Mobile Money Activity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(Orange Money / MTN MoMo usage)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Utility Payment History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(Electricity, water, phone bills)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Market Association Member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(Registered trade association)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Informal Sector Flag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(Triggers alternative scoring)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Alternative Credit Scoring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Manager + Credit Officer — Mali (XOF)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Account: Fatoumata Konaré, Microfinance, Informal/Microfinance, Primary Market = Mali → Save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Currency = XOF auto-set. Borrower Identity complete.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Set: Informal Sector ✅, Mobile Money = None, Utility = No History, Market Member ❌ → Save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Suggested Risk Level = Suggested: VERY HIGH RISK — no positive signals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 Mobile Money = High, Utility = Excellent, Market Member ✅ → 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Suggested Risk Level = Suggested: LOW RISK — best scoring combination!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reads suggestion → sets Risk Level = Low → Save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Risk Level = Low saved. 30/100 points in Risk Score on any FP for this borrower.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FP: Total Amount = 12,000, Purpose = Agricultural Input → observe Risk Score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Risk Score = 62 (Good): KYC=8 + Risk Level=30 + Sector=6 + Deal=12 + Customer=6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KYC = Verified on Account → observe Risk Score update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Score updates to 74. KYC jumps from 8 to 20 points automatically.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Risk Level — Formula Logic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inputs → 1 recommendation → Credit Officer decides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51560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High · Utility = Excellent · Market Member = 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83480" y="1051560"/>
            <a:ext cx="393192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Suggested: LOW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709928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709928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High · Utility = Good · Market Member = 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0" y="1709928"/>
            <a:ext cx="393192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09928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Suggested: LOW-MEDIUM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368296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368296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Medium · Utility = Fair · Any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2368296"/>
            <a:ext cx="393192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368296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Suggested: MEDIUM RISK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026664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026664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Low · Any · Any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5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83480" y="3026664"/>
            <a:ext cx="3931920" cy="548640"/>
          </a:xfrm>
          <a:prstGeom prst="rect">
            <a:avLst/>
          </a:prstGeom>
          <a:solidFill>
            <a:srgbClr val="FEF0E4"/>
          </a:solidFill>
          <a:ln w="12700">
            <a:solidFill>
              <a:srgbClr val="FEF0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26664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Suggested: HIGH RISK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685032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685032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None · Utility = No History · Any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83480" y="3685032"/>
            <a:ext cx="393192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685032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Suggested: VERY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Credit Scoring Informal Sector Borrower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alternative inputs replace traditional credit history for informal borrowers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Risk Level formula gives Credit Officer a data-driven starting 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makes the final professional judgment on Risk Level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 feeds into the Risk Score formula (30 out of 100 points)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recalculates automatically when Account fields change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CF360-PPT10-Alternative-Credit-Scoring-EN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