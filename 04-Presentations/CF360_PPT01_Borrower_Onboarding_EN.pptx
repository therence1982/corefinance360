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01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Onboarding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Account Creation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Relationship Manager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Senegal 🇸🇳  ·  💱  XOF — CFA Franc BCEAO  ·  🏦  Aminata Diallo — Market Vendor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N/A  ·  Amount: N/A  ·  Approval: N/A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Manager's Role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point of contact — collects all borrower information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Who is the Relationship Manager?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banker who meets the borrower face-to-face. They collect all identity, business, and credit scoring information. They own the Account from creation to the Opportunity Approved stage.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What they do in this 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borrower Account with all required fields. Watch the system automatically set the correct currency. Collect alternative credit scoring data for informal borrowers.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697480"/>
            <a:ext cx="8686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697480"/>
            <a:ext cx="64008" cy="1417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8892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Country Context: Senegal — XOF Market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27248"/>
            <a:ext cx="845820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Senegal is a BCEAO market. Currency = XOF — CFA Franc BCEAO. Many borrowers are informal vendors and market traders without formal bank accounts. Alternative credit scoring is critical in this market.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Account Creation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Manager performs each step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Accounts → New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New Account form opens with Borrower Identity section visible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Enter: Name, Customer Type = Individual, Sector = Trade &amp; Commerce, Primary Market = Senegal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fields populate with correct picklist values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Save — observe Account Currency field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Currency auto-sets to XOF — CFA Franc BCEAO. No manual selection needed!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→ Alternative Credit Scoring: Informal Sector ✅, Mobile Money = High, Utility = Good, Market Member 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Suggested Risk Level shows: Suggested: LOW-MEDIUM RISK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KYC Status = Verified with no Tax ID → Save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BLOCKED — bilingual error: Cannot set KYC to Verified without Tax ID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Tax ID: SN-2026-AMD-0012 → KYC = Verified → Save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Account saves. KYC = Verified. Account eligible for loan approval.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Does Automatically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currency selection — flows and formulas handle everything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291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Currency Cascade 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51460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Primary Market = Senegal is saved, the flow CF360 Set Account Currency from Primary Market V1 fires and sets Account Currency = XOF immediately. The banker never touches the currency field.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51560"/>
            <a:ext cx="64008" cy="3291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43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 Suggested Risk Level Formula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481328"/>
            <a:ext cx="251460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4 inputs: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Money Activity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Utility Payment History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Association Member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Informal Sector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suggestion for the Credit Officer to read before setting Risk Level.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83464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51560"/>
            <a:ext cx="64008" cy="3291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43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Validation Rule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481328"/>
            <a:ext cx="260604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Require_Tax_ID_When_KYC_Status_is_Verified blocks KYC = Verified if Tax ID is blank.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BCEAO/CEMAC AML compliance — no borrower verified without an official ID on file.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Onboarding &amp; Account Creation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created with XOF currency — automatically set by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Risk Level formula active for informal borrower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validation rule enforced — Tax ID required before verification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layout shows banking-relevant fields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CF360-PPT01-Borrower-Onboarding-EN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