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920A">
              <a:alpha val="12000"/>
            </a:srgbClr>
          </a:solidFill>
          <a:ln w="12700">
            <a:solidFill>
              <a:srgbClr val="C8920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Structuration du Crédit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Configuration du Deal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Chargé de Crédit — Wanjiru Kamau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Cameroun 🇨🇲  ·  💱  XAF — CFA Franc BEAC  ·  🏦  Mvondo Construction SARL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Financement Contrat Gouvernemental  ·  Montant : 350 000$  ·  Approbation : Niveau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Rôle du Chargé de Crédit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Structurer le deal après la création du Dossier de Financement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Ce que fait le Chargé de Crédit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que le CR obtient l'Approbation de l'Opportunité — le CC prend le relais.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crée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Facilité de Crédit (produit de prêt)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Collatéral (sûreté constituée)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Covenants (conformité continue)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S'assure que les documents sont en ordre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avance au Montage.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Mvondo Construction — Profil du Deal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Cameroun · XAF · 350 000$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 de Prêt : Financement Contrat Gouvernemental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Taux d'Intérêt : 9,00% (filtré par Type de Prêt)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Remboursement : Trimestriel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Échéance : 24 mois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Collatéral : Immobilier — 700 000$ · LTV% :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Covenant : Solde min. 50 000$ trimestriel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Approbation : Niveau 1 (≤500 000$)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Structuration du Crédit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 de Crédit — Cameroun (XAF)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d'avancer le Dossier au Montage → Enregistrer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: Une Facilité de Crédit doit être créée et liée en premier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Facilité : Type = Financement Contrat Gouvernemental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la liste Taux d'Intérêt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 liste se filtre automatiquement — seulement les taux 7,00 à 12,00 affichés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: Montant=350 000, Taux=9,00, Trimestriel, 24 mois → Enregistrer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Facilité sauvegardée. Devise = XAF réglée automatiquement depuis le Dossier.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Collatéral : Immobilier, Valeur=700 000, Premier Rang → Enregistrer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LTV% calculé automatiquement : 50%. Devise = XAF réglée automatiquement.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Covenant : Financier, Seuil=50 000, Trimestriel → Enregistrer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Covenant sauvegardé. Détection de violation en temps réel maintenant active.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Avancer Étape du Dossier au Montage → Enregistrer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tâches auto-créées : Config. Facilité (3j), Analyse Financière (5j), Rapport (7j). Email envoyé.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 de Champ Taux d'Intérêt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contrôle les taux disponibles — 34 valeurs au total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= Financement Contrat Gouvernemental  →  Taux d'Intérêt affiche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1280160" cy="36576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508760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9164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1993392"/>
            <a:ext cx="128016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9933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542032"/>
            <a:ext cx="8686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2542032"/>
            <a:ext cx="64008" cy="164592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63347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la dépendance de champ est importante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2971800"/>
            <a:ext cx="84582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dépendance, un banquier pourrait accidentellement assigner un taux microfinance à 24% à un contrat gouvernemental. La dépendance garantit que chaque banquier sélectionne dans la fourchette de taux approuvée pour son type de prêt spécifique.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Structuration du Crédit &amp; Configuration du Deal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C89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d'étape appliquée — pas de Montage sans Facilité de Crédit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 de champ Taux d'Intérêt empêche la sélection de mauvais taux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LTV% calculé automatiquement depuis la valeur du Collatéral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devise : XAF réglée automatiquement sur Facilité et Collatéral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tâches de montage auto-créées avec dates d'échéance correctes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CF360-PPT03-Structuration-Credit-FR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