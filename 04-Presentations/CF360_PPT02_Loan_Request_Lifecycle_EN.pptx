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7490">
              <a:alpha val="12000"/>
            </a:srgbClr>
          </a:solidFill>
          <a:ln w="12700">
            <a:solidFill>
              <a:srgbClr val="0E7490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 ·  Test 02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Request Lifecycle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Opportunity Stages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164592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8288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Relationship Manager → System (Auto)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224028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Nigeria 🇳🇬  ·  💱  NGN — Nigerian Naira  ·  🏦  Obi Agricultural Cooperative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6060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Type: Agriculture Loan  ·  Amount: $18,000  ·  Approval: Level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8 Lending Stages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banking language — not generic CRM stages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1051560"/>
            <a:ext cx="100584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051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82880" y="13075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289304" y="1051560"/>
            <a:ext cx="100584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9304" y="1051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Review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289304" y="13075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395728" y="1051560"/>
            <a:ext cx="100584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95728" y="1051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395728" y="13075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502152" y="1051560"/>
            <a:ext cx="100584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02152" y="1051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502152" y="13075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08576" y="1051560"/>
            <a:ext cx="100584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08576" y="1051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Assessment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608576" y="13075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715000" y="1051560"/>
            <a:ext cx="1005840" cy="45720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1051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715000" y="13075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21424" y="1051560"/>
            <a:ext cx="1005840" cy="45720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21424" y="1051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Declined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821424" y="13075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927848" y="1051560"/>
            <a:ext cx="1005840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27848" y="1051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Withdrawn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927848" y="13075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28600" y="1691640"/>
            <a:ext cx="416052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28600" y="1691640"/>
            <a:ext cx="64008" cy="2468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1783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🚦  Gate Rules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" y="2121408"/>
            <a:ext cx="3931920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Cannot reach Submitted without Loan Request Amount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Cannot reach Approved if KYC Status ≠ Verified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Approved → Financing Package auto-created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Declined or Withdrawn → no FP ever created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26280" y="1691640"/>
            <a:ext cx="438912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26280" y="1691640"/>
            <a:ext cx="64008" cy="246888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178308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 Automatic on Approval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63440" y="2121408"/>
            <a:ext cx="4160520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CF360 Create Financing Package from Approved Opportunity V1 fires and creates: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FP linked to Account + Opportunity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Total Amount = Loan Request Amount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Stage = Draft, Status = Active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Currency inherited from Opportunity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Step-by-Step: Loan Request Lifecycle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Nigeria (NGN) — Obi Agricultural Cooperative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384048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686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8778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Account → click New Loan Request (Quick Action)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51960" y="905256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9052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Opportunity form opens. Account auto-populates. Currency = NGN auto-set.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1490472"/>
            <a:ext cx="384048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4904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14996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Name, Amount = 18,000, Stage = Prospecting → Save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51960" y="1527048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15270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Saves at Prospecting. Currency = NGN confirmed.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2112264"/>
            <a:ext cx="384048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1122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21214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Stage = Submitted with no Amount → Save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BLOCKED: Loan Request Amount is required before this stage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2734056"/>
            <a:ext cx="384048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7340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27432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Amount = 18,000. Advance all stages to Credit Assessment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51960" y="2770632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27706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Each stage advances successfully through the pipeline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3355848"/>
            <a:ext cx="384048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3558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33649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Stage = Approved with KYC Status ≠ Verified → Save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51960" y="3392424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339242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BLOCKED: Cannot be Approved until KYC Status is Verified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8600" y="3977640"/>
            <a:ext cx="384048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39776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" y="39867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KYC = Verified. Stage = Approved → Save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51960" y="4014216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51960" y="401421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FINANCING PACKAGE AUTO-CREATED: Amount=18,000, Currency=NGN, Stage=Draft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Currency Cascade: Account → Opportunity → Financing Package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NGN flows automatically — zero manual selection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1097280"/>
            <a:ext cx="1554480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09728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(Primary Market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Nigeria)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" y="2103120"/>
            <a:ext cx="1554480" cy="32004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2103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37360" y="1417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920240" y="1097280"/>
            <a:ext cx="1554480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109728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(Created from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20240" y="2103120"/>
            <a:ext cx="1554480" cy="32004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2103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1417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657600" y="1097280"/>
            <a:ext cx="1554480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109728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Financing Package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(Created 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0" y="2103120"/>
            <a:ext cx="1554480" cy="32004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2103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12080" y="1417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394960" y="1097280"/>
            <a:ext cx="1554480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0" y="109728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Facility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(Created by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Officer)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94960" y="2103120"/>
            <a:ext cx="1554480" cy="32004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2103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49440" y="1417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132320" y="1097280"/>
            <a:ext cx="1554480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0" y="109728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Collateral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(Created by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Officer)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132320" y="2103120"/>
            <a:ext cx="1554480" cy="32004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0" y="2103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28600" y="2606040"/>
            <a:ext cx="8686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28600" y="2606040"/>
            <a:ext cx="64008" cy="15544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697480"/>
            <a:ext cx="8458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for Nigerian borrowers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" y="3035808"/>
            <a:ext cx="845820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NGN = Nigerian Naira at 1,370 per USD. Wrong currency selection would make loan amounts appear 1,370x too small in portfolio reporting. The 5-flow currency cascade eliminates this error entirely — system always uses the correct currency based on the borrower's country.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Request Lifecycle &amp; Opportunity Stages — Complete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1143000"/>
            <a:ext cx="2743200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lending-specific stages — no generic CRM language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920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rules enforce Loan Amount and KYC before approval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514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Financing Package auto-created when Opportunity = Approved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108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Currency cascade: NGN flows through all 5 linked objects automatically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 ·  Built by Therence Ngoa  ·  May 2026  ·  BCEAO/CEMAC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CF360-PPT02-Loan-Request-Lifecycle-EN</dc:title>
  <dc:subject>PptxGenJS Presentation</dc:subject>
  <dc:creator>PptxGenJS</dc:creator>
  <cp:lastModifiedBy>PptxGenJS</cp:lastModifiedBy>
  <cp:revision>1</cp:revision>
  <dcterms:created xsi:type="dcterms:W3CDTF">2026-05-28T20:01:49Z</dcterms:created>
  <dcterms:modified xsi:type="dcterms:W3CDTF">2026-05-28T20:01:49Z</dcterms:modified>
</cp:coreProperties>
</file>