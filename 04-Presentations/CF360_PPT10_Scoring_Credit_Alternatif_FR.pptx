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7490">
              <a:alpha val="12000"/>
            </a:srgbClr>
          </a:solidFill>
          <a:ln w="12700">
            <a:solidFill>
              <a:srgbClr val="0E7490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8288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CF360  ·  Test 10 / 10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594360"/>
            <a:ext cx="8503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Scoring de Crédit Alternatif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Emprunteur Secteur Informel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320040" y="1691640"/>
            <a:ext cx="1645920" cy="54864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828800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C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  Chargé de Relation → Chargé de Crédit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0040" y="2240280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🌍  Mali 🇲🇱  ·  💱  XOF — CFA Franc BCEAO  ·  🏦  Fatoumata Konaré — Association de Marché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" y="2606040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de Prêt : Prêt Microfinance  ·  Montant : 12 000$  ·  Approbation : Niveau 1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70F1E"/>
          </a:solidFill>
          <a:ln w="12700">
            <a:solidFill>
              <a:srgbClr val="070F1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4709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CoreFinance360  ·  CF360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772400" y="47091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Réalité Bancaire Africaine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4320" y="53035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majorité des emprunteurs n'ont pas de compte bancaire ni d'historique de crédit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70F1E"/>
          </a:solidFill>
          <a:ln w="12700">
            <a:solidFill>
              <a:srgbClr val="070F1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709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CoreFinance360  ·  CF360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0" y="47091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1051560"/>
            <a:ext cx="416052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28600" y="1051560"/>
            <a:ext cx="64008" cy="338328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1430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🌍  Le Défi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1481328"/>
            <a:ext cx="3931920" cy="2852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Fatoumata Konaré — Vendeuse de marché, Bamako, Mali.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Elle a 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Pas de compte bancaire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Pas d'états financiers formels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Pas de score de crédit traditionnel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Pas d'historique de crédit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systèmes bancaires traditionnels la rejettent.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CF360 utilise des données alternatives pour évaluer sa solvabilité.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26280" y="1051560"/>
            <a:ext cx="438912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26280" y="1051560"/>
            <a:ext cx="64008" cy="338328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1143000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  Entrées de Crédit Alternatif — 4 Indicateurs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63440" y="1481328"/>
            <a:ext cx="4160520" cy="2852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CF360 collecte 4 données alternatives :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Activité Mobile Money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(Orange Money / MTN MoMo)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Historique Paiements Factures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(Électricité, eau, téléphone)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Membre Association Marché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(Association commerciale enregistrée)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Indicateur Secteur Informel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(Déclenche le scoring alternatif)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Étape par Étape : Scoring de Crédit Alternatif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4320" y="53035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Chargé de Relation + Chargé de Crédit — Mali (XOF)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70F1E"/>
          </a:solidFill>
          <a:ln w="12700">
            <a:solidFill>
              <a:srgbClr val="070F1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709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CoreFinance360  ·  CF360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0" y="47091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868680"/>
            <a:ext cx="384048" cy="34747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86868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877824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Créer Compte : Fatoumata Konaré, Microfinance, Informel/Microfinance, Marché Principal = Mali → Enregistrer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251960" y="905256"/>
            <a:ext cx="4389120" cy="27432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51960" y="905256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Devise = XOF réglée automatiquement. Identité Emprunteur complète.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28600" y="1490472"/>
            <a:ext cx="384048" cy="34747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8600" y="149047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" y="1499616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Définir : Secteur Informel ✅, Mobile Money = Nulle, Factures = Pas d'Historique, Association ❌ → Enregistrer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251960" y="1527048"/>
            <a:ext cx="4389120" cy="27432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51960" y="1527048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Niveau de Risque Suggéré = Suggéré : RISQUE TRÈS ÉLEVÉ — aucun signal positif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28600" y="2112264"/>
            <a:ext cx="384048" cy="34747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8600" y="2112264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85800" y="212140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Mettre à jour : Mobile Money = Élevé, Factures = Excellent, Association ✅ → Enregistrer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251960" y="2148840"/>
            <a:ext cx="4389120" cy="27432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51960" y="214884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Niveau de Risque Suggéré = Suggéré : RISQUE FAIBLE — meilleure combinaison de scoring !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28600" y="2734056"/>
            <a:ext cx="384048" cy="34747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8600" y="2734056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85800" y="274320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CC lit la suggestion → définit Niveau de Risque = Faible → Enregistrer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251960" y="2770632"/>
            <a:ext cx="4389120" cy="27432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51960" y="2770632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Niveau de Risque = Faible sauvegardé. 30/100 points dans le Score de Risque sur tout Dossier.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28600" y="3355848"/>
            <a:ext cx="384048" cy="34747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28600" y="335584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85800" y="336499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Créer Dossier : Montant = 12 000, Objet = Intrants Agricoles → observer Score de Risque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251960" y="3392424"/>
            <a:ext cx="4389120" cy="27432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51960" y="3392424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Score = 62 (Bon) : KYC=8 + Risque=30 + Secteur=6 + Deal=12 + Client=6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28600" y="3977640"/>
            <a:ext cx="384048" cy="34747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28600" y="397764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85800" y="3986784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Définir KYC = Vérifié sur Compte → observer mise à jour Score de Risque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251960" y="4014216"/>
            <a:ext cx="4389120" cy="27432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251960" y="4014216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Score passe à 74. KYC passe de 8 à 20 points automatiquement.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Niveau de Risque Suggéré — Logique de la Formule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4320" y="53035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entrées → 1 recommandation → Le Chargé de Crédit décide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70F1E"/>
          </a:solidFill>
          <a:ln w="12700">
            <a:solidFill>
              <a:srgbClr val="070F1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709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CoreFinance360  ·  CF360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0" y="47091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1051560"/>
            <a:ext cx="4114800" cy="5486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1051560"/>
            <a:ext cx="4114800" cy="5486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Money = Élevé · Factures = Excellent · Association = ✅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434840" y="1097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983480" y="1051560"/>
            <a:ext cx="3931920" cy="548640"/>
          </a:xfrm>
          <a:prstGeom prst="rect">
            <a:avLst/>
          </a:prstGeom>
          <a:solidFill>
            <a:srgbClr val="F0FDF4"/>
          </a:solidFill>
          <a:ln w="12700">
            <a:solidFill>
              <a:srgbClr val="F0FDF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83480" y="1051560"/>
            <a:ext cx="3931920" cy="5486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Suggéré : RISQUE FAIBLE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28600" y="1709928"/>
            <a:ext cx="4114800" cy="5486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8600" y="1709928"/>
            <a:ext cx="4114800" cy="5486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Money = Élevé · Factures = Bon · Association = ❌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434840" y="17556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983480" y="1709928"/>
            <a:ext cx="3931920" cy="54864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83480" y="1709928"/>
            <a:ext cx="3931920" cy="5486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Suggéré : RISQUE FAIBLE-MOYEN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8600" y="2368296"/>
            <a:ext cx="4114800" cy="5486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8600" y="2368296"/>
            <a:ext cx="4114800" cy="5486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Money = Moyen · Factures = Correct · N'importe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434840" y="24140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892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983480" y="2368296"/>
            <a:ext cx="3931920" cy="548640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83480" y="2368296"/>
            <a:ext cx="3931920" cy="5486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92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Suggéré : RISQUE MOYEN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28600" y="3026664"/>
            <a:ext cx="4114800" cy="5486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8600" y="3026664"/>
            <a:ext cx="4114800" cy="5486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Money = Faible · N'importe · N'importe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434840" y="30723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05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983480" y="3026664"/>
            <a:ext cx="3931920" cy="548640"/>
          </a:xfrm>
          <a:prstGeom prst="rect">
            <a:avLst/>
          </a:prstGeom>
          <a:solidFill>
            <a:srgbClr val="FEF0E4"/>
          </a:solidFill>
          <a:ln w="12700">
            <a:solidFill>
              <a:srgbClr val="FEF0E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83480" y="3026664"/>
            <a:ext cx="3931920" cy="5486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5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Suggéré : RISQUE ÉLEVÉ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28600" y="3685032"/>
            <a:ext cx="4114800" cy="5486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28600" y="3685032"/>
            <a:ext cx="4114800" cy="5486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Money = Nul · Factures = Pas d'Historique · N'importe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434840" y="37307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983480" y="3685032"/>
            <a:ext cx="3931920" cy="548640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83480" y="3685032"/>
            <a:ext cx="3931920" cy="5486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Suggéré : RISQUE TRÈS ÉLEVÉ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Scoring de Crédit Alternatif Emprunteur Secteur Informel — Terminé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0" y="1143000"/>
            <a:ext cx="2743200" cy="0"/>
          </a:xfrm>
          <a:prstGeom prst="line">
            <a:avLst/>
          </a:prstGeom>
          <a:noFill/>
          <a:ln w="25400">
            <a:solidFill>
              <a:srgbClr val="0E749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25880"/>
            <a:ext cx="320040" cy="32004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258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13258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entrées alternatives remplacent l'historique de crédit traditionnel pour emprunteurs informels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320040" cy="32004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9202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" y="19202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formule Niveau de Risque Suggéré donne au CC un point de départ basé sur les données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514600"/>
            <a:ext cx="320040" cy="32004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5146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68680" y="25146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CC prend le jugement professionnel final sur le Niveau de Risque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108960"/>
            <a:ext cx="320040" cy="32004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1089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68680" y="31089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Niveau de Risque alimente la formule Score de Risque (30 sur 100 points)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703320"/>
            <a:ext cx="320040" cy="32004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7033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68680" y="37033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Score de Risque se recalcule automatiquement quand les champs du Compte changent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7432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CF360  ·  Construit par Therence Ngoa  ·  Mai 2026  ·  BCEAO/CEMAC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CF360-PPT10-Scoring-Credit-Alternatif-FR</dc:title>
  <dc:subject>PptxGenJS Presentation</dc:subject>
  <dc:creator>PptxGenJS</dc:creator>
  <cp:lastModifiedBy>PptxGenJS</cp:lastModifiedBy>
  <cp:revision>1</cp:revision>
  <dcterms:created xsi:type="dcterms:W3CDTF">2026-05-28T20:07:08Z</dcterms:created>
  <dcterms:modified xsi:type="dcterms:W3CDTF">2026-05-28T20:07:08Z</dcterms:modified>
</cp:coreProperties>
</file>