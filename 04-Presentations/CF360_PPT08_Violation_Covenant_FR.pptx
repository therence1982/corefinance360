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05020">
              <a:alpha val="12000"/>
            </a:srgbClr>
          </a:solidFill>
          <a:ln w="12700">
            <a:solidFill>
              <a:srgbClr val="C05020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5020"/>
          </a:solidFill>
          <a:ln w="12700">
            <a:solidFill>
              <a:srgbClr val="C05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828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5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CF360  ·  Test 08 / 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594360"/>
            <a:ext cx="8503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Détection Violation Covenant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Vue Régulateur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20040" y="1691640"/>
            <a:ext cx="1645920" cy="54864"/>
          </a:xfrm>
          <a:prstGeom prst="rect">
            <a:avLst/>
          </a:prstGeom>
          <a:solidFill>
            <a:srgbClr val="C05020"/>
          </a:solidFill>
          <a:ln w="12700">
            <a:solidFill>
              <a:srgbClr val="C050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82880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 Resp. Portefeuille → Chargé de Crédit → Vue Régulateur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224028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  Libéria 🇱🇷  ·  💱  LRD — Dollar Libérien  ·  🏦  Monrovia Import Export Co.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260604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de Prêt : Prêt à Terme  ·  Montant : 50 000$  ·  Approbation : N/A — Surveillance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70F1E"/>
          </a:solidFill>
          <a:ln w="12700">
            <a:solidFill>
              <a:srgbClr val="070F1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CoreFinance360  ·  CF360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0" y="4709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05020"/>
          </a:solidFill>
          <a:ln w="12700">
            <a:solidFill>
              <a:srgbClr val="C05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Trois Rôles — Un Événement Covenant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53035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rôle interagit différemment avec le même événement de violation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70F1E"/>
          </a:solidFill>
          <a:ln w="12700">
            <a:solidFill>
              <a:srgbClr val="070F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CoreFinance360  ·  CF360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709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1051560"/>
            <a:ext cx="26517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1051560"/>
            <a:ext cx="64008" cy="3383280"/>
          </a:xfrm>
          <a:prstGeom prst="rect">
            <a:avLst/>
          </a:prstGeom>
          <a:solidFill>
            <a:srgbClr val="C05020"/>
          </a:solidFill>
          <a:ln w="12700">
            <a:solidFill>
              <a:srgbClr val="C05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14300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Resp. Portefeuille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(Surveille)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1481328"/>
            <a:ext cx="2423160" cy="2852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Voit la violation sur le tableau de bord.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Ouvre le rapport.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 les deals en violation.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Notifie le Chargé de Crédit.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Peut voir : statut covenant, dates, noms deals.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 peut pas : modifier quoi que ce soit.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063240" y="1051560"/>
            <a:ext cx="26517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063240" y="1051560"/>
            <a:ext cx="64008" cy="3383280"/>
          </a:xfrm>
          <a:prstGeom prst="rect">
            <a:avLst/>
          </a:prstGeom>
          <a:solidFill>
            <a:srgbClr val="C05020"/>
          </a:solidFill>
          <a:ln w="12700">
            <a:solidFill>
              <a:srgbClr val="C050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114300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🏦  Chargé de Crédit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(Met à Jour Valeur)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0" y="1481328"/>
            <a:ext cx="2423160" cy="2852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à jour la Valeur Réelle sous le seuil → déclenche auto-détection violation.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système définit Statut = VIOLÉ automatiquement.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Doit saisir la Date de Violation (règle de validation l'impose).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97880" y="1051560"/>
            <a:ext cx="2834640" cy="3383280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97880" y="1051560"/>
            <a:ext cx="64008" cy="338328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114300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 Vue Régulateur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(Voit Violation Seulement)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35040" y="1481328"/>
            <a:ext cx="2606040" cy="2852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Peut voir la violation sur le tableau de bord régulateur.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 PEUT PAS voir 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Score de Risque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Contenu Mémo de Crédit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Montants financiers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Historique d'approbation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FLS applique l'isolation au niveau plateforme.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05020"/>
          </a:solidFill>
          <a:ln w="12700">
            <a:solidFill>
              <a:srgbClr val="C05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Étape par Étape : Détection de Violation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53035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Libéria (LRD) — Monrovia Import Export Co.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70F1E"/>
          </a:solidFill>
          <a:ln w="12700">
            <a:solidFill>
              <a:srgbClr val="070F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CoreFinance360  ·  CF360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709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68680"/>
            <a:ext cx="384048" cy="347472"/>
          </a:xfrm>
          <a:prstGeom prst="rect">
            <a:avLst/>
          </a:prstGeom>
          <a:solidFill>
            <a:srgbClr val="C05020"/>
          </a:solidFill>
          <a:ln w="12700">
            <a:solidFill>
              <a:srgbClr val="C050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86868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87782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Ouvrir Covenant : Seuil=10 000, Valeur Réelle=15 000, Statut=Conforme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251960" y="905256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51960" y="90525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Covenant affiche Conforme. Valeur au-dessus du seuil.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28600" y="1490472"/>
            <a:ext cx="384048" cy="347472"/>
          </a:xfrm>
          <a:prstGeom prst="rect">
            <a:avLst/>
          </a:prstGeom>
          <a:solidFill>
            <a:srgbClr val="C05020"/>
          </a:solidFill>
          <a:ln w="12700">
            <a:solidFill>
              <a:srgbClr val="C050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149047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149961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Modifier : Valeur Réelle = 6 500 (sous 10 000) → Enregistrer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51960" y="1527048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51960" y="152704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Détection Violation Temps Réel V1 se déclenche INSTANTANÉMENT. Statut = VIOLÉ automatiquement.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28600" y="2112264"/>
            <a:ext cx="384048" cy="347472"/>
          </a:xfrm>
          <a:prstGeom prst="rect">
            <a:avLst/>
          </a:prstGeom>
          <a:solidFill>
            <a:srgbClr val="C05020"/>
          </a:solidFill>
          <a:ln w="12700">
            <a:solidFill>
              <a:srgbClr val="C050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211226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5800" y="212140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Essayer de sauvegarder sans Date de Violation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251960" y="2148840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51960" y="21488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BLOQUÉ : Date de Violation requise quand Statut = Violé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28600" y="2734056"/>
            <a:ext cx="384048" cy="347472"/>
          </a:xfrm>
          <a:prstGeom prst="rect">
            <a:avLst/>
          </a:prstGeom>
          <a:solidFill>
            <a:srgbClr val="C05020"/>
          </a:solidFill>
          <a:ln w="12700">
            <a:solidFill>
              <a:srgbClr val="C050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273405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5800" y="274320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Saisir Date de Violation = aujourd'hui → Enregistrer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251960" y="2770632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51960" y="277063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Journal d'Audit créé : Type = Violation Covenant, Ancien = Conforme, Nouveau = Violé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28600" y="3355848"/>
            <a:ext cx="384048" cy="347472"/>
          </a:xfrm>
          <a:prstGeom prst="rect">
            <a:avLst/>
          </a:prstGeom>
          <a:solidFill>
            <a:srgbClr val="C05020"/>
          </a:solidFill>
          <a:ln w="12700">
            <a:solidFill>
              <a:srgbClr val="C0502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8600" y="335584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5800" y="336499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Régulateur se connecte au Tableau de Bord Régulateur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251960" y="3392424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51960" y="339242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Affiche 1 Covenant Violé. Aucun montant financier, Score de Risque, ou Mémo visible.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28600" y="3977640"/>
            <a:ext cx="384048" cy="347472"/>
          </a:xfrm>
          <a:prstGeom prst="rect">
            <a:avLst/>
          </a:prstGeom>
          <a:solidFill>
            <a:srgbClr val="C05020"/>
          </a:solidFill>
          <a:ln w="12700">
            <a:solidFill>
              <a:srgbClr val="C0502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8600" y="397764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85800" y="398678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Chargé de Crédit : Valeur Réelle = 12 000 → Enregistrer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251960" y="4014216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51960" y="401421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Statut revient à Conforme. Résolution enregistrée. Violation originale préservée définitivement.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05020"/>
          </a:solidFill>
          <a:ln w="12700">
            <a:solidFill>
              <a:srgbClr val="C05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Isolation des Données — Le Régulateur ne Voit pas les Données Crédit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53035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FLS applique la frontière d'information au niveau plateforme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70F1E"/>
          </a:solidFill>
          <a:ln w="12700">
            <a:solidFill>
              <a:srgbClr val="070F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CoreFinance360  ·  CF360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709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1051560"/>
            <a:ext cx="4160520" cy="3291840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1051560"/>
            <a:ext cx="64008" cy="329184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1430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Ce que le Régulateur PEUT Voir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1481328"/>
            <a:ext cx="3931920" cy="2761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Statut KYC de tous les emprunteurs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Statut de conformité des covenants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Dates de violation et statut de résolution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Complétude des documents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Types et dates d'événements Journal d'Audit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Quels Dossiers ont des violations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26280" y="1051560"/>
            <a:ext cx="4389120" cy="3291840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26280" y="1051560"/>
            <a:ext cx="64008" cy="329184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14300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Ce que le Régulateur NE PEUT PAS Voir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(FLS applique au niveau plateforme)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63440" y="1481328"/>
            <a:ext cx="4160520" cy="2761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Valeurs du Score de Risque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Contenu Mémo de Crédit (7 sections)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Montants totaux des prêts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Historique d'approbation et noms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Valeurs Score de Crédit Alternatif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Montants Limite Max d'Exposition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seulement masqué dans l'UI — bloqué au niveau FLS Salesforce.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5020"/>
          </a:solidFill>
          <a:ln w="12700">
            <a:solidFill>
              <a:srgbClr val="C05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05020"/>
          </a:solidFill>
          <a:ln w="12700">
            <a:solidFill>
              <a:srgbClr val="C05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Détection Violation Covenant &amp; Vue Régulateur — Terminé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1143000"/>
            <a:ext cx="2743200" cy="0"/>
          </a:xfrm>
          <a:prstGeom prst="line">
            <a:avLst/>
          </a:prstGeom>
          <a:noFill/>
          <a:ln w="25400">
            <a:solidFill>
              <a:srgbClr val="C050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320040" cy="320040"/>
          </a:xfrm>
          <a:prstGeom prst="rect">
            <a:avLst/>
          </a:prstGeom>
          <a:solidFill>
            <a:srgbClr val="C05020"/>
          </a:solidFill>
          <a:ln w="12700">
            <a:solidFill>
              <a:srgbClr val="C050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25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3258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Détection violation en temps réel à chaque sauvegarde — aucune intervention manuelle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320040" cy="320040"/>
          </a:xfrm>
          <a:prstGeom prst="rect">
            <a:avLst/>
          </a:prstGeom>
          <a:solidFill>
            <a:srgbClr val="C05020"/>
          </a:solidFill>
          <a:ln w="12700">
            <a:solidFill>
              <a:srgbClr val="C05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20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19202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Règle validation Date de Violation garantit l'exactitude du reporting réglementaire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514600"/>
            <a:ext cx="320040" cy="320040"/>
          </a:xfrm>
          <a:prstGeom prst="rect">
            <a:avLst/>
          </a:prstGeom>
          <a:solidFill>
            <a:srgbClr val="C05020"/>
          </a:solidFill>
          <a:ln w="12700">
            <a:solidFill>
              <a:srgbClr val="C050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514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25146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Journal d'Audit enregistre violation et résolution définitivement — immuable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320040" cy="320040"/>
          </a:xfrm>
          <a:prstGeom prst="rect">
            <a:avLst/>
          </a:prstGeom>
          <a:solidFill>
            <a:srgbClr val="C05020"/>
          </a:solidFill>
          <a:ln w="12700">
            <a:solidFill>
              <a:srgbClr val="C050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108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31089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Tableau de Bord Régulateur montre la violation sans exposer les données d'analyse crédit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703320"/>
            <a:ext cx="320040" cy="320040"/>
          </a:xfrm>
          <a:prstGeom prst="rect">
            <a:avLst/>
          </a:prstGeom>
          <a:solidFill>
            <a:srgbClr val="C05020"/>
          </a:solidFill>
          <a:ln w="12700">
            <a:solidFill>
              <a:srgbClr val="C050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703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37033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FLS applique l'isolation des données au niveau plateforme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432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CF360  ·  Construit par Therence Ngoa  ·  Mai 2026  ·  BCEAO/CEMAC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CF360-PPT08-Violation-Covenant-FR</dc:title>
  <dc:subject>PptxGenJS Presentation</dc:subject>
  <dc:creator>PptxGenJS</dc:creator>
  <cp:lastModifiedBy>PptxGenJS</cp:lastModifiedBy>
  <cp:revision>1</cp:revision>
  <dcterms:created xsi:type="dcterms:W3CDTF">2026-05-28T20:07:08Z</dcterms:created>
  <dcterms:modified xsi:type="dcterms:W3CDTF">2026-05-28T20:07:08Z</dcterms:modified>
</cp:coreProperties>
</file>