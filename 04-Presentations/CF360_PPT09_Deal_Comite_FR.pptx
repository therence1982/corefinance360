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4155">
              <a:alpha val="12000"/>
            </a:srgbClr>
          </a:solidFill>
          <a:ln w="12700">
            <a:solidFill>
              <a:srgbClr val="33415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09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Comité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Cycle de Vie Grand Deal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Tous les Rôles Crédit en Séquence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Congo 🇨🇬  ·  💱  XAF — CFA Franc BEAC  ·  🏦  Brazzaville Energy Holdings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Prêt Construction  ·  Montant : 3 200 000$  ·  Approbation : Niveau 3 Direct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Deal va Directement au Niveau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Comité = Vrai contourne le routage normal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Le 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Brazzaville Energy Holdings SARL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Congo · XAF · 3 200 000$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Construction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: 3,2M$ + Indicateur Comité = ✅ Vrai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Indicateur Comité = Vrai signifie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SAUTER Niveau 1 complètement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SAUTER Niveau 2 complètement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Router DIRECTEMENT au Niveau 3 (DF)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Même 100K$ avec Comité = Vrai → Niveau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Ce que ce test prouve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deal comité 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Indicateur Comité contourne tous les niveaux inférieurs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DF (Niveau 3) a l'autorité finale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Réunion Comité enregistre le vote formel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Formule Pourcentage d'Approbation auto-calcule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Flux Tampon se déclenche à la résolution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Gouvernance complète documentée numériquement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Deal Comité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Congo (XAF) · 3 200 000$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: Montant=3 200 000, Comité=✅, tous prérequis remplis → Soumettre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Comité = Vrai → Route DIRECTEMENT au Niveau 3 — Fatima Diallo (DF). N1 et N2 contournés.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 (DF) examine et approuve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Approbation finale Niveau 3. Étape = Approuvé. Date Approbation + Date Expiration requises.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Réunion Comité : Votes Pour=6, Contre=1, Quorum=✅, Résolution=Approuvé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Pourcentage Approbation auto-calcule : 85,7% (6/7 votes). Flux Tampon Deal Comité se déclenche.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que le Dossier affiche le tampon du comité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Dossier montre la résolution du comité depuis le flux tampon. Deal entièrement documenté.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 Journal d'Audit sur le Dossier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Piste complète : chaque étape, approbation, vote comité — tous enregistrés définitivement.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2 tâches post-approbation auto-créées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Préparer Lettre d'Offre (3j), Compléter Documentation &amp; Comptabilisation (7j)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Comité de Crédit — Gouvernance Numérique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de vote formel avec pourcentage d'approbation auto-calculé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23774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Réunion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143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Mai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de Financement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143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Brazzaville Energy Holdings SARL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Votes Pour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6642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664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Votes Contre 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6642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854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Abstentions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1854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8541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Quorum Atteint 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1854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Oui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066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Pourcentage d'Approbation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7066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85,7%  (auto-calculé par formule)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7066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Résolution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27066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84448"/>
            <a:ext cx="64008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75888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Tampon Deal Comité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14216"/>
            <a:ext cx="845820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la Résolution est définie, le Flux Tampon Deal Comité V1 se déclenche automatiquement et tamponner le Dossier avec la résolution du comité. Aucune mise à jour manuelle nécessaire.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Comité &amp; Cycle de Vie Grand Deal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Comité = Vrai route DIRECTEMENT au Niveau 3 — contourne N1 et N2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DF a l'autorité d'approbation finale pour tous les deals comité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Réunion Comité enregistre le vote formel numériquement avec suivi du quorum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formule Pourcentage d'Approbation calcule automatiquement (85,7% = 6/7 votes)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complète — chaque décision documentée définitivement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CF360-PPT09-Deal-Comite-FR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