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5020">
              <a:alpha val="12000"/>
            </a:srgbClr>
          </a:solidFill>
          <a:ln w="12700">
            <a:solidFill>
              <a:srgbClr val="C0502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08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Covenant Breach Detection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Regulator View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Portfolio Manager → Credit Officer → Regulator 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Liberia 🇱🇷  ·  💱  LRD — Liberian Dollar  ·  🏦  Monrovia Import Export Co.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Term Loan  ·  Amount: $50,000  ·  Approval: N/A — Monitoring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 — One Covenant Event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interacts differently with the same breach event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Portfolio Manager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(Monitors)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42316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breach on dashboard.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report.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breached deals.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Notifies Credit Officer.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see: covenant status, breach dates, deal names.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Cannot: modify anything.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1051560"/>
            <a:ext cx="64008" cy="338328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43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Credit Officer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(Updates Value)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481328"/>
            <a:ext cx="242316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Actual Value below threshold → triggers auto-breach detection.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sets Status = BREACHED automatically.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enter Breach Date (validation rule enforces this).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1051560"/>
            <a:ext cx="2834640" cy="33832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1051560"/>
            <a:ext cx="64008" cy="33832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143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Regulator View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(Sees Breach Only)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481328"/>
            <a:ext cx="260604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see breach on dashboard.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Memo content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amounts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history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FLS enforces isolation at platform level.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Breach Detection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Liberia (LRD) — Monrovia Import Export Co.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Covenant: Threshold=10,000, Actual=15,000, Status=Compliant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Covenant shows Compliant. Value above threshold.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Edit: Actual Value = 6,500 (below 10,000) → Save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Covenant Real Time Breach Check V1 fires INSTANTLY. Status = BREACHED automatically.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save without Breach Date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BLOCKED: Breach Date is required when Covenant Status is Breached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Breach Date = today → Save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Audit Log created: Type = Covenant Breach, Old = Compliant, New = Breached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logs into Regulator Dashboard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Shows 1 Breached covenant. No financial amounts, Risk Scores, or Credit Memo visible.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Officer: Actual Value = 12,000 → Save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Status reverts to Compliant. Resolution recorded in Audit Log. Breach preserved permanently.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 — Regulator Cannot See Credit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Security enforces the information boundary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2918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2918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the Regulator CAN See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KYC Status of all borrowers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Covenant compliance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Breach dates and resolution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completeness tracking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Log event types and dates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Financing Packages have breaches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29184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291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What the Regulator CANNOT See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(FLS enforces at platform level)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Score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Memo content (7 sections)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loan amounts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history and approver names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Alternative Credit Score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Exposure Limit amounts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hidden in UI — blocked at Salesforce FLS level.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Covenant Breach Detection &amp; Regulator View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C05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breach detection fires on every save — no manual intervention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Date validation rule ensures compliance reporting accuracy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records breach and resolution permanently — immutable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Dashboard shows breach without exposing credit analysis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Security enforces data isolation at platform level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CF360-PPT08-Covenant-Breach-EN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