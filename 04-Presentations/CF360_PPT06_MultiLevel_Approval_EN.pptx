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3C">
              <a:alpha val="12000"/>
            </a:srgbClr>
          </a:solidFill>
          <a:ln w="12700">
            <a:solidFill>
              <a:srgbClr val="0D1F3C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CF360  ·  Test 06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Multi-Level Approval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→ L2 → L3 Routing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1645920" cy="54864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82880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SCO → CRO (Kwame Asante) → CFO (Fatima Diallo)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224028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 Kenya 🇰🇪  ·  💱  KES — Kenyan Shilling  ·  🏦  Nairobi Trade Finance Ltd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60604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Type: Trade Finance  ·  Amount: $1,200,000  ·  Approval: Level 2 → Level 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Deal Skips Level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 = $1.2M — above the Level 1 threshold of $500K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41605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051560"/>
            <a:ext cx="64008" cy="33832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43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 The Deal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481328"/>
            <a:ext cx="393192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Nairobi Trade Finance Ltd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Kenya · KES · $1,200,000 · Trade Finance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Amount: $1.2M — Committee Deal: False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Above $500K → SKIP Level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Below $2M → Goes to Level 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Committee = False → Not direct Level 3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Routes to Level 2 — CRO Kwame Asante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26280" y="1051560"/>
            <a:ext cx="43891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26280" y="1051560"/>
            <a:ext cx="64008" cy="33832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14300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What this test proves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1481328"/>
            <a:ext cx="416052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automatic routing logic: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Level 1 SKIPPED when Amount &gt; $500K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Routes directly to Level 2 (CRO)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After L2 → routes to Level 3 (CFO)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Record stays LOCKED throughout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Stage = Approved ONLY after final level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Full audit trail of all approval events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Step-by-Step: Multi-Level Approval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Kenya (KES) · $1,200,000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68680"/>
            <a:ext cx="384048" cy="34747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86868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87782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prerequisites met. Submit FP for approval.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 = 1,200,000, Committee Deal = False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51960" y="905256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90525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System evaluates: &gt; $500K → SKIP Level 1. Routes to Level 2 — Kwame Asante (CRO).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8600" y="1490472"/>
            <a:ext cx="384048" cy="34747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4904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14996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Kwame Asante (CRO) opens Approval Request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 is locked — read-only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51960" y="1527048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152704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Deal details visible at Level 2.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8600" y="2112264"/>
            <a:ext cx="384048" cy="34747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11226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21214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Kwame clicks Approve with comment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51960" y="2148840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21488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Level 2 approved. Routes automatically to Level 3 — Fatima Diallo (CFO).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2734056"/>
            <a:ext cx="384048" cy="34747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273405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27432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Fatima Diallo (CFO) opens Approval Request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51960" y="2770632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51960" y="27706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Fatima sees the deal at Level 3 — final sign-off authority.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8600" y="3355848"/>
            <a:ext cx="384048" cy="34747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33558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33649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Fatima clicks Approve with comment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251960" y="3392424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51960" y="339242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FINAL APPROVAL. Stage = Approved. Record unlocks. 2 post-approval tasks created.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28600" y="3977640"/>
            <a:ext cx="384048" cy="34747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39776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5800" y="398678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Approval Date + Expiry Date. Verify Audit Log.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251960" y="4014216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51960" y="401421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Validation rules pass. Audit Log shows all approval events with timestamps.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3-Level Approval Structure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hierarchy with automatic deal size routing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51560"/>
            <a:ext cx="2697480" cy="38404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0515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148132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Ngozi Adeyemi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Credit Officer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20299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$500,000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Committee Deal = False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743200"/>
            <a:ext cx="2514600" cy="347472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7432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SKIPPED in this test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54680" y="1051560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1051560"/>
            <a:ext cx="2697480" cy="38404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54680" y="10515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46120" y="148132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Kwame Asante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Risk Officer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46120" y="20299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$500K – $2M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Committee Deal = False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2743200"/>
            <a:ext cx="2514600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27432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Approves ($1.2M)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35040" y="1051560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35040" y="1051560"/>
            <a:ext cx="2697480" cy="3840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0" y="10515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26480" y="148132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Fatima Diallo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Financial Officer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126480" y="20299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$2M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Committee = True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2743200"/>
            <a:ext cx="2514600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27432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Final Approval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28600" y="3493008"/>
            <a:ext cx="8686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3493008"/>
            <a:ext cx="64008" cy="7315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584448"/>
            <a:ext cx="8458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Committee Deal = True overrides everything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" y="3922776"/>
            <a:ext cx="84582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Committee Deal is checked, the deal routes DIRECTLY to Level 3 regardless of amount — bypassing both Level 1 and Level 2. This is tested in PPT09.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Multi-Level Approval L1 → L2 → L3 Routing — Complete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1143000"/>
            <a:ext cx="2743200" cy="0"/>
          </a:xfrm>
          <a:prstGeom prst="line">
            <a:avLst/>
          </a:prstGeom>
          <a:noFill/>
          <a:ln w="25400">
            <a:solidFill>
              <a:srgbClr val="0D1F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320040" cy="3200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 automatically SKIPPED — $1.2M exceeds $500K threshold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20040" cy="3200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1920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directly to Level 2 — CRO Kwame Asante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320040" cy="3200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514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L2 approval → routes to Level 3 — CFO Fatima Diallo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320040" cy="3200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08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108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locked throughout entire approval process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320040" cy="3200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3703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audit trail of every approval event with timestamps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CF360  ·  Built by Therence Ngoa  ·  May 2026  ·  BCEAO/CEMAC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CF360-PPT06-MultiLevel-Approval-EN</dc:title>
  <dc:subject>PptxGenJS Presentation</dc:subject>
  <dc:creator>PptxGenJS</dc:creator>
  <cp:lastModifiedBy>PptxGenJS</cp:lastModifiedBy>
  <cp:revision>1</cp:revision>
  <dcterms:created xsi:type="dcterms:W3CDTF">2026-05-28T20:01:49Z</dcterms:created>
  <dcterms:modified xsi:type="dcterms:W3CDTF">2026-05-28T20:01:49Z</dcterms:modified>
</cp:coreProperties>
</file>